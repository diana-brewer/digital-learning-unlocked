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300" r:id="rId100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30" Type="http://schemas.openxmlformats.org/officeDocument/2006/relationships/slide" Target="slides/slide6.xml"/><Relationship Id="rId31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10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Built by hand, grounded by hand, live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Captures clinical reasoning, branch by branch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Grounded: a human vetted every decision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Reusable: runs the same for every learner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One paste, about sixty seconds,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YOUR TURN COMES AT THE 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exact prompt is in the guide: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Section 4, prompt 5b: Today's Demo Case.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Copy it on your phone when we get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(prompts 5 and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The Realism Gap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one thing you already teach: a case, a treatment update, a procedure, a journal club.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Where is its realism gap?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format would you try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Every run is a fresh, unreviewed case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No source. No citation. No reviewer.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An error propagates to every learner who meets it.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Objective 2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Gather your source material:</a:t>
            </a:r>
            <a:br/>
            <a:r>
              <a:rPr sz="1300"/>
              <a:t>guidelines, case notes,</a:t>
            </a:r>
            <a:br/>
            <a:r>
              <a:rPr sz="1300"/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Upload to any assistant</a:t>
            </a:r>
          </a:p>
          <a:p>
            <a:r>
              <a:rPr sz="1300"/>
              <a:t>NotebookLM, a ChatGPT</a:t>
            </a:r>
          </a:p>
          <a:p>
            <a:r>
              <a:rPr sz="1300"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Add this instruction:</a:t>
            </a:r>
            <a:br/>
            <a:r>
              <a:rPr sz="1300"/>
              <a:t>"Base your response only</a:t>
            </a:r>
            <a:br/>
            <a:r>
              <a:rPr sz="1300"/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Spot-check lab values,</a:t>
            </a:r>
            <a:br/>
            <a:r>
              <a:rPr sz="1300"/>
              <a:t>drug dosages, clinical</a:t>
            </a:r>
            <a:br/>
            <a:r>
              <a:rPr sz="1300"/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Save the notebook.</a:t>
            </a:r>
            <a:br/>
            <a:r>
              <a:rPr sz="1300"/>
              <a:t>It becomes your personal</a:t>
            </a:r>
            <a:br/>
            <a:r>
              <a:rPr sz="1300"/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2332"/>
                </a:solidFill>
              </a:rPr>
              <a:t>The case notebook is pre-built. Link in the guide, Section 4.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Ask the benzocaine question and watch it cite the files.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No NotebookLM account? ChatGPT or Claude work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Run Today's Demo Case on your phone (guide → Section 4, prompt 5b).</a:t>
            </a:r>
          </a:p>
          <a:p>
            <a:pPr>
              <a:spcBef>
                <a:spcPts val="1600"/>
              </a:spcBef>
            </a:pPr>
            <a:r>
              <a:rPr sz="2200">
                <a:solidFill>
                  <a:srgbClr val="1E4258"/>
                </a:solidFill>
              </a:rPr>
              <a:t>Then the grounded version: open the pre-built case notebook (guide, Section 4), or build your own in NotebookLM, ChatGPT, or Claude.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Compare: what would you verify before this case touches a learner?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2: Grounded AI Workflow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Upload published sources, get cited answers, every time ·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
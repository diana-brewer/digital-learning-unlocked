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5" r:id="rId30"/>
    <p:sldId id="262" r:id="rId14"/>
    <p:sldId id="266" r:id="rId18"/>
    <p:sldId id="267" r:id="rId19"/>
    <p:sldId id="268" r:id="rId20"/>
    <p:sldId id="269" r:id="rId21"/>
    <p:sldId id="271" r:id="rId23"/>
    <p:sldId id="272" r:id="rId24"/>
    <p:sldId id="274" r:id="rId26"/>
    <p:sldId id="279" r:id="rId31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" Type="http://schemas.openxmlformats.org/officeDocument/2006/relationships/slide" Target="slides/slide14.xml"/><Relationship Id="rId30" Type="http://schemas.openxmlformats.org/officeDocument/2006/relationships/slide" Target="slides/slide6.xml"/><Relationship Id="rId31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60 min: ~35 min presentation + 20 min workshop + 5 min share &amp;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1: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1: The Hand-Built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Built by hand, grounded by hand, live on screen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IT DOES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Captures clinical reasoning, branch by branch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Grounded: a human vetted every decision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Reusable: runs the same for every learner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Real patients are not multiple choice.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It only answers what its author pre-imagined.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A hiking trail, not open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 (run the demo on your phone)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2: The AI Case,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One paste, about sixty seconds, on screen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THE PASTE PRODUCES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An open-ended case: the learner asks anything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student-ready prompt with rubric feedback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provenance warning it writes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YOUR TURN COMES AT THE TPS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exact prompt is in the guide: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Section 4, prompt 5b: Today's Demo Case.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Copy it on your phone when we get there.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(prompts 5 and 5b)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The Realism Gap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one thing you already teach: a case, a treatment update, a procedure, a journal club.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Where is its realism gap?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format would you try first?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Elephant: Nobody Wrote This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Fast, realistic, and unverifiable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Every run is a fresh, unreviewed case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No source. No citation. No reviewer.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Would you sign your name to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STAKES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An error propagates to every learner who meets it.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pitfall scales with the stakes: dosing, step order, discharge instructions.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Objective 2 is how we get realism and verifiability.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(Beyond the Case)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Where Ground Truth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Whatever you teach, someone already published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GROUNDING IS BUILT IN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ChatGPT Projects: your files and instructions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Claude: point a project at a folder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Gemini: grounded in your Google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TODAY'S RUNNING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 published MedEdPORTAL case: sore throat to peritonsillar abscess, with a benzocaine twist.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Six files, peer-reviewed, downloadable in the guide.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NotebookLM is one easy dedicated example, demoing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3 and 4 (tools, sources, case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Grounded AI Workflow: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Gather your source material:</a:t>
            </a:r>
            <a:br/>
            <a:r>
              <a:t>guidelines, case notes,</a:t>
            </a:r>
            <a:br/>
            <a:r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/>
              <a:t>Upload to any assistant</a:t>
            </a:r>
          </a:p>
          <a:p>
            <a:r>
              <a:rPr/>
              <a:t>NotebookLM, a ChatGPT</a:t>
            </a:r>
          </a:p>
          <a:p>
            <a:r>
              <a:rPr/>
              <a:t>Project, or a Claude project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Add this instruction:</a:t>
            </a:r>
            <a:br/>
            <a:r>
              <a:t>"Base your response only</a:t>
            </a:r>
            <a:br/>
            <a:r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Spot-check lab values,</a:t>
            </a:r>
            <a:br/>
            <a:r>
              <a:t>drug dosages, clinical</a:t>
            </a:r>
            <a:br/>
            <a:r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Save the notebook.</a:t>
            </a:r>
            <a:br/>
            <a:r>
              <a:t>It becomes your personal</a:t>
            </a:r>
            <a:br/>
            <a:r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Live Demo: The Same Case, Grounded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Same question, asked twice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ON SCREEN, DIANA DRIVES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1 · Ungrounded: the same question, no sources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2 · Grounded: the pre-built notebook answers with citations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3 · Bonus: a rubric, and 15 seconds of the audio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ON YOUR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Open NotebookLM and try it yourself: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notebooklm.google.com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Then run Prompt #1 with the MedEdPORTAL files (guide → Section 4).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 #1)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Try It Now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Run Today's Demo Case on your phone (guide → Section 4, prompt 5b).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Then the grounded version: the MedEdPORTAL files into NotebookLM, Prompt #1.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Compare: what would you verify before this case touches a learner?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3: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Match the technology to the learning goal, from text to VR ·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free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Text and audio, images included: ECG, X-ray, CT, labs.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uncanny valley of avatar tools is real.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Sapient Clinician does this well (see the COI slide).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Capstone Design Sprint (20 min)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You've been discussing tools and ideas after each section,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Identify</a:t>
            </a:r>
            <a:br/>
            <a:r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Define</a:t>
            </a:r>
            <a:br/>
            <a:r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Select</a:t>
            </a:r>
            <a:br/>
            <a:r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Map Pedagogy</a:t>
            </a:r>
            <a:br/>
            <a:r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Sketch</a:t>
            </a:r>
            <a:br/>
            <a:r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Two or three groups share their plan, 60 seconds each.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What is your educational need? Your tool? Your first step?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 (the 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